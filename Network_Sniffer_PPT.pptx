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Network Packet Sniffer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Python | Scapy | Cyber Security Internship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Python-based tool to capture and analyze live network packets.</a:t>
            </a:r>
          </a:p>
          <a:p>
            <a:r>
              <a:t>Helps understand network traffic and protocols.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Capture network packets</a:t>
            </a:r>
          </a:p>
          <a:p>
            <a:r>
              <a:t>- Analyze IP addresses</a:t>
            </a:r>
          </a:p>
          <a:p>
            <a:r>
              <a:t>- Identify TCP/UDP protocols</a:t>
            </a:r>
          </a:p>
          <a:p>
            <a:r>
              <a:t>- Learn packet 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Python 3</a:t>
            </a:r>
          </a:p>
          <a:p>
            <a:r>
              <a:t>- Scapy library</a:t>
            </a:r>
          </a:p>
          <a:p>
            <a:r>
              <a:t>- Termux / Linux environment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Sniffs live packets</a:t>
            </a:r>
          </a:p>
          <a:p>
            <a:r>
              <a:t>2. Extracts IP layer</a:t>
            </a:r>
          </a:p>
          <a:p>
            <a:r>
              <a:t>3. Identifies protocol</a:t>
            </a:r>
          </a:p>
          <a:p>
            <a:r>
              <a:t>4. Displays payload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Source &amp; Destination IP tracking</a:t>
            </a:r>
          </a:p>
          <a:p>
            <a:r>
              <a:t>- Protocol detection</a:t>
            </a:r>
          </a:p>
          <a:p>
            <a:r>
              <a:t>- Payload inspection</a:t>
            </a:r>
          </a:p>
          <a:p>
            <a:r>
              <a:t>- Real-time monitoring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Sample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 IP: 192.168.x.x</a:t>
            </a:r>
          </a:p>
          <a:p>
            <a:r>
              <a:t>Destination IP: 142.250.x.x</a:t>
            </a:r>
          </a:p>
          <a:p>
            <a:r>
              <a:t>Protocol: TCP</a:t>
            </a:r>
          </a:p>
          <a:p>
            <a:r>
              <a:t>Payload: b'GET / HTTP...'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helps understand basic network traffic analysis using Python and Scapy.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Dharshini R P</a:t>
            </a:r>
          </a:p>
          <a:p>
            <a:r>
              <a:t>Cyber Security Intern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